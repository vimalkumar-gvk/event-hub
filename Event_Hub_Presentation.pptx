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80" d="100"/>
          <a:sy n="80" d="100"/>
        </p:scale>
        <p:origin x="15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998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today I'm going to walk you through my project, Event Hub. It is a comprehensive smart campus event management platform. My name is [Your Name], and this project falls under the domain of Full-Stack Web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Slide 2] The real-world problem we face in colleges today is the absolute chaos of manual event management. Registrations are scattered across Google Forms, attendance is tracked on paper which leads to proxy check-ins, and distributing certificates manually takes weeks. It's a disconnected and inefficient process.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Slide 3] To solve this, our objectives are clear: First, digitize the entire event lifecycle. Second, implement a foolproof QR-based check-in system. Third, fully automate certificate distribution. And finally, bring everyone—students, organizers, and college admins—into a single, unified ecosystem.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Slide 4] If we compare the existing system with Event Hub, the difference is night and day. Where existing systems rely on fragmented forms and manual paper attendance, our proposed system offers centralized tracking and instant QR scanning. Certificates go from manual email dispatch to automated PDF delivery, and communication is handled through a built-in real-time chat.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Slide 5] To build this robust platform, I used a modern tech stack. The frontend is powered by React 19 with TypeScript and Vite for lightning-fast performance, styled with Tailwind CSS. For the backend, I used Python with Flask, connected to a MongoDB database. Features like real-time chat are handled via WebSockets, and authentication is secured using JWT.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Slide 6] Here is the overall architecture and workflow. [Point to diagram flow]. A SuperAdmin onboards an institution. The college Admin approves events created by Organizers. Students then interact with the React Web App to register and get QR tickets. All data flows through Flask REST APIs into our MongoDB database securely.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Slide 7] During implementation, I focused on five key modules: Role-based dashboards so everyone sees only what they need, the live QR Check-in system, the drag-and-drop Certificate Studio, real-time chat via WebSockets, and a social feed for announcements.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Slide 8] The final output is highly successful. We have a highly responsive, modern UI. The event check-in time is reduced from minutes to just seconds per student. Certificate generation, which used to take hours of manual data entry, is now a one-click process. The backend is secure and scalable.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Slide 9] In conclusion, Event Hub successfully eliminates the friction in campus events. Looking ahead, the future scope includes integrating payment gateways like Razorpay, adding AI-based event recommendations, wrapping the PWA into a native mobile app, and adding gamification elements like campus leaderboards.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Slide 10] Thank you all for your time and attention. I would be happy to take any questions you might have.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12064" y="660400"/>
            <a:ext cx="7772400" cy="1470025"/>
          </a:xfrm>
        </p:spPr>
        <p:txBody>
          <a:bodyPr/>
          <a:lstStyle/>
          <a:p>
            <a:pPr>
              <a:defRPr sz="5400" b="1">
                <a:solidFill>
                  <a:srgbClr val="FFFFFF"/>
                </a:solidFill>
              </a:defRPr>
            </a:pPr>
            <a:r>
              <a:rPr dirty="0"/>
              <a:t>Event Hub</a:t>
            </a:r>
          </a:p>
        </p:txBody>
      </p:sp>
      <p:sp>
        <p:nvSpPr>
          <p:cNvPr id="3" name="Subtitle 2"/>
          <p:cNvSpPr>
            <a:spLocks noGrp="1"/>
          </p:cNvSpPr>
          <p:nvPr>
            <p:ph type="subTitle" idx="1"/>
          </p:nvPr>
        </p:nvSpPr>
        <p:spPr>
          <a:xfrm>
            <a:off x="1371600" y="2752344"/>
            <a:ext cx="6400800" cy="1752600"/>
          </a:xfrm>
        </p:spPr>
        <p:txBody>
          <a:bodyPr>
            <a:normAutofit fontScale="62500" lnSpcReduction="20000"/>
          </a:bodyPr>
          <a:lstStyle/>
          <a:p>
            <a:pPr>
              <a:defRPr>
                <a:solidFill>
                  <a:srgbClr val="C8C8C8"/>
                </a:solidFill>
              </a:defRPr>
            </a:pPr>
            <a:r>
              <a:rPr dirty="0"/>
              <a:t>The All-In-One Smart Campus Event Management Platform</a:t>
            </a:r>
          </a:p>
          <a:p>
            <a:pPr>
              <a:defRPr>
                <a:solidFill>
                  <a:srgbClr val="C8C8C8"/>
                </a:solidFill>
              </a:defRPr>
            </a:pPr>
            <a:endParaRPr dirty="0"/>
          </a:p>
          <a:p>
            <a:pPr>
              <a:defRPr>
                <a:solidFill>
                  <a:srgbClr val="C8C8C8"/>
                </a:solidFill>
              </a:defRPr>
            </a:pPr>
            <a:r>
              <a:rPr dirty="0"/>
              <a:t>Developed by: [</a:t>
            </a:r>
            <a:r>
              <a:rPr lang="en-IN"/>
              <a:t>VIMAL KUMAR G</a:t>
            </a:r>
            <a:r>
              <a:t>]</a:t>
            </a:r>
            <a:endParaRPr dirty="0"/>
          </a:p>
          <a:p>
            <a:pPr>
              <a:defRPr>
                <a:solidFill>
                  <a:srgbClr val="C8C8C8"/>
                </a:solidFill>
              </a:defRPr>
            </a:pPr>
            <a:r>
              <a:rPr dirty="0"/>
              <a:t>Domain: Web Development</a:t>
            </a:r>
          </a:p>
          <a:p>
            <a:pPr>
              <a:defRPr>
                <a:solidFill>
                  <a:srgbClr val="C8C8C8"/>
                </a:solidFill>
              </a:defRPr>
            </a:pPr>
            <a:r>
              <a:rPr dirty="0"/>
              <a:t>Date: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FFFF"/>
                </a:solidFill>
              </a:defRPr>
            </a:pPr>
            <a:r>
              <a:t>The Problem</a:t>
            </a:r>
          </a:p>
        </p:txBody>
      </p:sp>
      <p:sp>
        <p:nvSpPr>
          <p:cNvPr id="3" name="Content Placeholder 2"/>
          <p:cNvSpPr>
            <a:spLocks noGrp="1"/>
          </p:cNvSpPr>
          <p:nvPr>
            <p:ph idx="1"/>
          </p:nvPr>
        </p:nvSpPr>
        <p:spPr/>
        <p:txBody>
          <a:bodyPr/>
          <a:lstStyle/>
          <a:p>
            <a:endParaRPr dirty="0"/>
          </a:p>
          <a:p>
            <a:pPr marL="0" indent="0">
              <a:buNone/>
              <a:defRPr sz="2400">
                <a:solidFill>
                  <a:srgbClr val="DCDCDC"/>
                </a:solidFill>
              </a:defRPr>
            </a:pPr>
            <a:r>
              <a:rPr dirty="0"/>
              <a:t>• Manual and chaotic event registrations via Google Forms.</a:t>
            </a:r>
          </a:p>
          <a:p>
            <a:pPr marL="0" indent="0">
              <a:buNone/>
              <a:defRPr sz="2400">
                <a:solidFill>
                  <a:srgbClr val="DCDCDC"/>
                </a:solidFill>
              </a:defRPr>
            </a:pPr>
            <a:r>
              <a:rPr dirty="0"/>
              <a:t>• Inefficient attendance tracking leading to fake check-ins.</a:t>
            </a:r>
          </a:p>
          <a:p>
            <a:pPr marL="0" indent="0">
              <a:buNone/>
              <a:defRPr sz="2400">
                <a:solidFill>
                  <a:srgbClr val="DCDCDC"/>
                </a:solidFill>
              </a:defRPr>
            </a:pPr>
            <a:r>
              <a:rPr dirty="0"/>
              <a:t>• Tedious and delayed manual certificate distribution.</a:t>
            </a:r>
          </a:p>
          <a:p>
            <a:pPr marL="0" indent="0">
              <a:buNone/>
              <a:defRPr sz="2400">
                <a:solidFill>
                  <a:srgbClr val="DCDCDC"/>
                </a:solidFill>
              </a:defRPr>
            </a:pPr>
            <a:r>
              <a:rPr dirty="0"/>
              <a:t>• Disconnected communication between organizers and students.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FFFF"/>
                </a:solidFill>
              </a:defRPr>
            </a:pPr>
            <a:r>
              <a:t>Objectives</a:t>
            </a:r>
          </a:p>
        </p:txBody>
      </p:sp>
      <p:sp>
        <p:nvSpPr>
          <p:cNvPr id="3" name="Content Placeholder 2"/>
          <p:cNvSpPr>
            <a:spLocks noGrp="1"/>
          </p:cNvSpPr>
          <p:nvPr>
            <p:ph idx="1"/>
          </p:nvPr>
        </p:nvSpPr>
        <p:spPr/>
        <p:txBody>
          <a:bodyPr/>
          <a:lstStyle/>
          <a:p>
            <a:endParaRPr dirty="0"/>
          </a:p>
          <a:p>
            <a:pPr marL="0" indent="0">
              <a:buNone/>
              <a:defRPr sz="2400">
                <a:solidFill>
                  <a:srgbClr val="DCDCDC"/>
                </a:solidFill>
              </a:defRPr>
            </a:pPr>
            <a:r>
              <a:rPr dirty="0"/>
              <a:t>• Digitize the entire event lifecycle on a single unified platform.</a:t>
            </a:r>
          </a:p>
          <a:p>
            <a:pPr marL="0" indent="0">
              <a:buNone/>
              <a:defRPr sz="2400">
                <a:solidFill>
                  <a:srgbClr val="DCDCDC"/>
                </a:solidFill>
              </a:defRPr>
            </a:pPr>
            <a:r>
              <a:rPr dirty="0"/>
              <a:t>• Implement Instant QR-based Check-ins to eliminate proxy attendance.</a:t>
            </a:r>
          </a:p>
          <a:p>
            <a:pPr marL="0" indent="0">
              <a:buNone/>
              <a:defRPr sz="2400">
                <a:solidFill>
                  <a:srgbClr val="DCDCDC"/>
                </a:solidFill>
              </a:defRPr>
            </a:pPr>
            <a:r>
              <a:rPr dirty="0"/>
              <a:t>• Automate Certificate Generation with a drag-and-drop studio.</a:t>
            </a:r>
          </a:p>
          <a:p>
            <a:pPr marL="0" indent="0">
              <a:buNone/>
              <a:defRPr sz="2400">
                <a:solidFill>
                  <a:srgbClr val="DCDCDC"/>
                </a:solidFill>
              </a:defRPr>
            </a:pPr>
            <a:r>
              <a:rPr dirty="0"/>
              <a:t>• Unify all roles: Students, Organizers, and Admins in one ecosystem.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FFFF"/>
                </a:solidFill>
              </a:defRPr>
            </a:pPr>
            <a:r>
              <a:t>Existing System vs Proposed System</a:t>
            </a:r>
          </a:p>
        </p:txBody>
      </p:sp>
      <p:graphicFrame>
        <p:nvGraphicFramePr>
          <p:cNvPr id="4" name="Table 3"/>
          <p:cNvGraphicFramePr>
            <a:graphicFrameLocks noGrp="1"/>
          </p:cNvGraphicFramePr>
          <p:nvPr/>
        </p:nvGraphicFramePr>
        <p:xfrm>
          <a:off x="457200" y="1828800"/>
          <a:ext cx="8229600" cy="41148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822960">
                <a:tc>
                  <a:txBody>
                    <a:bodyPr/>
                    <a:lstStyle/>
                    <a:p>
                      <a:pPr>
                        <a:defRPr sz="1800" b="1">
                          <a:solidFill>
                            <a:srgbClr val="FFFFFF"/>
                          </a:solidFill>
                        </a:defRPr>
                      </a:pPr>
                      <a:r>
                        <a:t>Feature</a:t>
                      </a:r>
                    </a:p>
                  </a:txBody>
                  <a:tcPr>
                    <a:solidFill>
                      <a:srgbClr val="323296"/>
                    </a:solidFill>
                  </a:tcPr>
                </a:tc>
                <a:tc>
                  <a:txBody>
                    <a:bodyPr/>
                    <a:lstStyle/>
                    <a:p>
                      <a:pPr>
                        <a:defRPr sz="1800" b="1">
                          <a:solidFill>
                            <a:srgbClr val="FFFFFF"/>
                          </a:solidFill>
                        </a:defRPr>
                      </a:pPr>
                      <a:r>
                        <a:t>Existing System</a:t>
                      </a:r>
                    </a:p>
                  </a:txBody>
                  <a:tcPr>
                    <a:solidFill>
                      <a:srgbClr val="323296"/>
                    </a:solidFill>
                  </a:tcPr>
                </a:tc>
                <a:tc>
                  <a:txBody>
                    <a:bodyPr/>
                    <a:lstStyle/>
                    <a:p>
                      <a:pPr>
                        <a:defRPr sz="1800" b="1">
                          <a:solidFill>
                            <a:srgbClr val="FFFFFF"/>
                          </a:solidFill>
                        </a:defRPr>
                      </a:pPr>
                      <a:r>
                        <a:t>Proposed System (Event Hub)</a:t>
                      </a:r>
                    </a:p>
                  </a:txBody>
                  <a:tcPr>
                    <a:solidFill>
                      <a:srgbClr val="323296"/>
                    </a:solidFill>
                  </a:tcPr>
                </a:tc>
                <a:extLst>
                  <a:ext uri="{0D108BD9-81ED-4DB2-BD59-A6C34878D82A}">
                    <a16:rowId xmlns:a16="http://schemas.microsoft.com/office/drawing/2014/main" val="10000"/>
                  </a:ext>
                </a:extLst>
              </a:tr>
              <a:tr h="822960">
                <a:tc>
                  <a:txBody>
                    <a:bodyPr/>
                    <a:lstStyle/>
                    <a:p>
                      <a:pPr>
                        <a:defRPr sz="1800">
                          <a:solidFill>
                            <a:srgbClr val="C8C8C8"/>
                          </a:solidFill>
                        </a:defRPr>
                      </a:pPr>
                      <a:r>
                        <a:t>Registrations</a:t>
                      </a:r>
                    </a:p>
                  </a:txBody>
                  <a:tcPr>
                    <a:solidFill>
                      <a:srgbClr val="282828"/>
                    </a:solidFill>
                  </a:tcPr>
                </a:tc>
                <a:tc>
                  <a:txBody>
                    <a:bodyPr/>
                    <a:lstStyle/>
                    <a:p>
                      <a:pPr>
                        <a:defRPr sz="1800">
                          <a:solidFill>
                            <a:srgbClr val="C8C8C8"/>
                          </a:solidFill>
                        </a:defRPr>
                      </a:pPr>
                      <a:r>
                        <a:t>Fragmented (Forms/Sheets)</a:t>
                      </a:r>
                    </a:p>
                  </a:txBody>
                  <a:tcPr>
                    <a:solidFill>
                      <a:srgbClr val="282828"/>
                    </a:solidFill>
                  </a:tcPr>
                </a:tc>
                <a:tc>
                  <a:txBody>
                    <a:bodyPr/>
                    <a:lstStyle/>
                    <a:p>
                      <a:pPr>
                        <a:defRPr sz="1800">
                          <a:solidFill>
                            <a:srgbClr val="C8C8C8"/>
                          </a:solidFill>
                        </a:defRPr>
                      </a:pPr>
                      <a:r>
                        <a:t>Centralized &amp; Trackable</a:t>
                      </a:r>
                    </a:p>
                  </a:txBody>
                  <a:tcPr>
                    <a:solidFill>
                      <a:srgbClr val="282828"/>
                    </a:solidFill>
                  </a:tcPr>
                </a:tc>
                <a:extLst>
                  <a:ext uri="{0D108BD9-81ED-4DB2-BD59-A6C34878D82A}">
                    <a16:rowId xmlns:a16="http://schemas.microsoft.com/office/drawing/2014/main" val="10001"/>
                  </a:ext>
                </a:extLst>
              </a:tr>
              <a:tr h="822960">
                <a:tc>
                  <a:txBody>
                    <a:bodyPr/>
                    <a:lstStyle/>
                    <a:p>
                      <a:pPr>
                        <a:defRPr sz="1800">
                          <a:solidFill>
                            <a:srgbClr val="C8C8C8"/>
                          </a:solidFill>
                        </a:defRPr>
                      </a:pPr>
                      <a:r>
                        <a:t>Attendance</a:t>
                      </a:r>
                    </a:p>
                  </a:txBody>
                  <a:tcPr>
                    <a:solidFill>
                      <a:srgbClr val="282828"/>
                    </a:solidFill>
                  </a:tcPr>
                </a:tc>
                <a:tc>
                  <a:txBody>
                    <a:bodyPr/>
                    <a:lstStyle/>
                    <a:p>
                      <a:pPr>
                        <a:defRPr sz="1800">
                          <a:solidFill>
                            <a:srgbClr val="C8C8C8"/>
                          </a:solidFill>
                        </a:defRPr>
                      </a:pPr>
                      <a:r>
                        <a:t>Manual / Paper-based</a:t>
                      </a:r>
                    </a:p>
                  </a:txBody>
                  <a:tcPr>
                    <a:solidFill>
                      <a:srgbClr val="282828"/>
                    </a:solidFill>
                  </a:tcPr>
                </a:tc>
                <a:tc>
                  <a:txBody>
                    <a:bodyPr/>
                    <a:lstStyle/>
                    <a:p>
                      <a:pPr>
                        <a:defRPr sz="1800">
                          <a:solidFill>
                            <a:srgbClr val="C8C8C8"/>
                          </a:solidFill>
                        </a:defRPr>
                      </a:pPr>
                      <a:r>
                        <a:t>Instant QR Code Scanning</a:t>
                      </a:r>
                    </a:p>
                  </a:txBody>
                  <a:tcPr>
                    <a:solidFill>
                      <a:srgbClr val="282828"/>
                    </a:solidFill>
                  </a:tcPr>
                </a:tc>
                <a:extLst>
                  <a:ext uri="{0D108BD9-81ED-4DB2-BD59-A6C34878D82A}">
                    <a16:rowId xmlns:a16="http://schemas.microsoft.com/office/drawing/2014/main" val="10002"/>
                  </a:ext>
                </a:extLst>
              </a:tr>
              <a:tr h="822960">
                <a:tc>
                  <a:txBody>
                    <a:bodyPr/>
                    <a:lstStyle/>
                    <a:p>
                      <a:pPr>
                        <a:defRPr sz="1800">
                          <a:solidFill>
                            <a:srgbClr val="C8C8C8"/>
                          </a:solidFill>
                        </a:defRPr>
                      </a:pPr>
                      <a:r>
                        <a:t>Certificates</a:t>
                      </a:r>
                    </a:p>
                  </a:txBody>
                  <a:tcPr>
                    <a:solidFill>
                      <a:srgbClr val="282828"/>
                    </a:solidFill>
                  </a:tcPr>
                </a:tc>
                <a:tc>
                  <a:txBody>
                    <a:bodyPr/>
                    <a:lstStyle/>
                    <a:p>
                      <a:pPr>
                        <a:defRPr sz="1800">
                          <a:solidFill>
                            <a:srgbClr val="C8C8C8"/>
                          </a:solidFill>
                        </a:defRPr>
                      </a:pPr>
                      <a:r>
                        <a:t>Manual Design &amp; Emailing</a:t>
                      </a:r>
                    </a:p>
                  </a:txBody>
                  <a:tcPr>
                    <a:solidFill>
                      <a:srgbClr val="282828"/>
                    </a:solidFill>
                  </a:tcPr>
                </a:tc>
                <a:tc>
                  <a:txBody>
                    <a:bodyPr/>
                    <a:lstStyle/>
                    <a:p>
                      <a:pPr>
                        <a:defRPr sz="1800">
                          <a:solidFill>
                            <a:srgbClr val="C8C8C8"/>
                          </a:solidFill>
                        </a:defRPr>
                      </a:pPr>
                      <a:r>
                        <a:t>Automated PDF Generation</a:t>
                      </a:r>
                    </a:p>
                  </a:txBody>
                  <a:tcPr>
                    <a:solidFill>
                      <a:srgbClr val="282828"/>
                    </a:solidFill>
                  </a:tcPr>
                </a:tc>
                <a:extLst>
                  <a:ext uri="{0D108BD9-81ED-4DB2-BD59-A6C34878D82A}">
                    <a16:rowId xmlns:a16="http://schemas.microsoft.com/office/drawing/2014/main" val="10003"/>
                  </a:ext>
                </a:extLst>
              </a:tr>
              <a:tr h="822960">
                <a:tc>
                  <a:txBody>
                    <a:bodyPr/>
                    <a:lstStyle/>
                    <a:p>
                      <a:pPr>
                        <a:defRPr sz="1800">
                          <a:solidFill>
                            <a:srgbClr val="C8C8C8"/>
                          </a:solidFill>
                        </a:defRPr>
                      </a:pPr>
                      <a:r>
                        <a:t>Communication</a:t>
                      </a:r>
                    </a:p>
                  </a:txBody>
                  <a:tcPr>
                    <a:solidFill>
                      <a:srgbClr val="282828"/>
                    </a:solidFill>
                  </a:tcPr>
                </a:tc>
                <a:tc>
                  <a:txBody>
                    <a:bodyPr/>
                    <a:lstStyle/>
                    <a:p>
                      <a:pPr>
                        <a:defRPr sz="1800">
                          <a:solidFill>
                            <a:srgbClr val="C8C8C8"/>
                          </a:solidFill>
                        </a:defRPr>
                      </a:pPr>
                      <a:r>
                        <a:t>WhatsApp Groups / Emails</a:t>
                      </a:r>
                    </a:p>
                  </a:txBody>
                  <a:tcPr>
                    <a:solidFill>
                      <a:srgbClr val="282828"/>
                    </a:solidFill>
                  </a:tcPr>
                </a:tc>
                <a:tc>
                  <a:txBody>
                    <a:bodyPr/>
                    <a:lstStyle/>
                    <a:p>
                      <a:pPr>
                        <a:defRPr sz="1800">
                          <a:solidFill>
                            <a:srgbClr val="C8C8C8"/>
                          </a:solidFill>
                        </a:defRPr>
                      </a:pPr>
                      <a:r>
                        <a:t>Built-in Real-Time Chat</a:t>
                      </a:r>
                    </a:p>
                  </a:txBody>
                  <a:tcPr>
                    <a:solidFill>
                      <a:srgbClr val="28282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FFFF"/>
                </a:solidFill>
              </a:defRPr>
            </a:pPr>
            <a:r>
              <a:t>Tech Stack</a:t>
            </a:r>
          </a:p>
        </p:txBody>
      </p:sp>
      <p:sp>
        <p:nvSpPr>
          <p:cNvPr id="3" name="Content Placeholder 2"/>
          <p:cNvSpPr>
            <a:spLocks noGrp="1"/>
          </p:cNvSpPr>
          <p:nvPr>
            <p:ph idx="1"/>
          </p:nvPr>
        </p:nvSpPr>
        <p:spPr/>
        <p:txBody>
          <a:bodyPr/>
          <a:lstStyle/>
          <a:p>
            <a:endParaRPr dirty="0"/>
          </a:p>
          <a:p>
            <a:pPr marL="0" indent="0">
              <a:buNone/>
              <a:defRPr sz="2400">
                <a:solidFill>
                  <a:srgbClr val="DCDCDC"/>
                </a:solidFill>
              </a:defRPr>
            </a:pPr>
            <a:r>
              <a:rPr dirty="0"/>
              <a:t>• Frontend: React 19, TypeScript, Vite</a:t>
            </a:r>
          </a:p>
          <a:p>
            <a:pPr marL="0" indent="0">
              <a:buNone/>
              <a:defRPr sz="2400">
                <a:solidFill>
                  <a:srgbClr val="DCDCDC"/>
                </a:solidFill>
              </a:defRPr>
            </a:pPr>
            <a:r>
              <a:rPr dirty="0"/>
              <a:t>• UI/Styling: Tailwind CSS, Framer Motion</a:t>
            </a:r>
          </a:p>
          <a:p>
            <a:pPr marL="0" indent="0">
              <a:buNone/>
              <a:defRPr sz="2400">
                <a:solidFill>
                  <a:srgbClr val="DCDCDC"/>
                </a:solidFill>
              </a:defRPr>
            </a:pPr>
            <a:r>
              <a:rPr dirty="0"/>
              <a:t>• Backend Core: Python, Flask</a:t>
            </a:r>
          </a:p>
          <a:p>
            <a:pPr marL="0" indent="0">
              <a:buNone/>
              <a:defRPr sz="2400">
                <a:solidFill>
                  <a:srgbClr val="DCDCDC"/>
                </a:solidFill>
              </a:defRPr>
            </a:pPr>
            <a:r>
              <a:rPr dirty="0"/>
              <a:t>• Database: MongoDB (</a:t>
            </a:r>
            <a:r>
              <a:rPr dirty="0" err="1"/>
              <a:t>PyMongo</a:t>
            </a:r>
            <a:r>
              <a:rPr dirty="0"/>
              <a:t>)</a:t>
            </a:r>
          </a:p>
          <a:p>
            <a:pPr marL="0" indent="0">
              <a:buNone/>
              <a:defRPr sz="2400">
                <a:solidFill>
                  <a:srgbClr val="DCDCDC"/>
                </a:solidFill>
              </a:defRPr>
            </a:pPr>
            <a:r>
              <a:rPr dirty="0"/>
              <a:t>• Real-Time: Flask-Sock (</a:t>
            </a:r>
            <a:r>
              <a:rPr dirty="0" err="1"/>
              <a:t>WebSockets</a:t>
            </a:r>
            <a:r>
              <a:rPr dirty="0"/>
              <a:t>)</a:t>
            </a:r>
          </a:p>
          <a:p>
            <a:pPr marL="0" indent="0">
              <a:buNone/>
              <a:defRPr sz="2400">
                <a:solidFill>
                  <a:srgbClr val="DCDCDC"/>
                </a:solidFill>
              </a:defRPr>
            </a:pPr>
            <a:r>
              <a:rPr dirty="0"/>
              <a:t>• Auth &amp; Utilities: JWT, </a:t>
            </a:r>
            <a:r>
              <a:rPr dirty="0" err="1"/>
              <a:t>Pydantic</a:t>
            </a:r>
            <a:r>
              <a:rPr dirty="0"/>
              <a:t>, </a:t>
            </a:r>
            <a:r>
              <a:rPr dirty="0" err="1"/>
              <a:t>ReportLab</a:t>
            </a:r>
            <a:r>
              <a:rPr dirty="0"/>
              <a:t> (PDFs)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FFFF"/>
                </a:solidFill>
              </a:defRPr>
            </a:pPr>
            <a:r>
              <a:t>System Architecture / Workflow</a:t>
            </a:r>
          </a:p>
        </p:txBody>
      </p:sp>
      <p:sp>
        <p:nvSpPr>
          <p:cNvPr id="3" name="TextBox 2"/>
          <p:cNvSpPr txBox="1"/>
          <p:nvPr/>
        </p:nvSpPr>
        <p:spPr>
          <a:xfrm>
            <a:off x="914400" y="1828800"/>
            <a:ext cx="7315200" cy="3657600"/>
          </a:xfrm>
          <a:prstGeom prst="rect">
            <a:avLst/>
          </a:prstGeom>
          <a:noFill/>
        </p:spPr>
        <p:txBody>
          <a:bodyPr wrap="none">
            <a:spAutoFit/>
          </a:bodyPr>
          <a:lstStyle/>
          <a:p>
            <a:endParaRPr/>
          </a:p>
          <a:p>
            <a:pPr>
              <a:defRPr sz="2000">
                <a:solidFill>
                  <a:srgbClr val="DCDCDC"/>
                </a:solidFill>
              </a:defRPr>
            </a:pPr>
            <a:r>
              <a:t>Student -&gt; Web App (React) -&gt; REST APIs (Flask) -&gt; MongoDB</a:t>
            </a:r>
            <a:br/>
            <a:br/>
            <a:r>
              <a:t>1. SuperAdmin creates Institution</a:t>
            </a:r>
            <a:br/>
            <a:r>
              <a:t>2. Admin manages Users &amp; Approves Events</a:t>
            </a:r>
            <a:br/>
            <a:r>
              <a:t>3. Organizer (Sub-Admin) creates Event -&gt; Admin Approves</a:t>
            </a:r>
            <a:br/>
            <a:r>
              <a:t>4. Student Registers -&gt; Gets QR Ticket</a:t>
            </a:r>
            <a:br/>
            <a:r>
              <a:t>5. Organizer Scans QR -&gt; Marks Attendance</a:t>
            </a:r>
            <a:br/>
            <a:r>
              <a:t>6. Organizer Generates Certs -&gt; Student Downloads PDF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FFFF"/>
                </a:solidFill>
              </a:defRPr>
            </a:pPr>
            <a:r>
              <a:t>Implementation &amp; Key Modules</a:t>
            </a:r>
          </a:p>
        </p:txBody>
      </p:sp>
      <p:sp>
        <p:nvSpPr>
          <p:cNvPr id="3" name="Content Placeholder 2"/>
          <p:cNvSpPr>
            <a:spLocks noGrp="1"/>
          </p:cNvSpPr>
          <p:nvPr>
            <p:ph idx="1"/>
          </p:nvPr>
        </p:nvSpPr>
        <p:spPr/>
        <p:txBody>
          <a:bodyPr>
            <a:normAutofit/>
          </a:bodyPr>
          <a:lstStyle/>
          <a:p>
            <a:endParaRPr dirty="0"/>
          </a:p>
          <a:p>
            <a:pPr marL="0" indent="0">
              <a:buNone/>
              <a:defRPr sz="2400">
                <a:solidFill>
                  <a:srgbClr val="DCDCDC"/>
                </a:solidFill>
              </a:defRPr>
            </a:pPr>
            <a:r>
              <a:rPr dirty="0"/>
              <a:t>• Role-Based Dashboards: Dedicated views for </a:t>
            </a:r>
            <a:r>
              <a:rPr dirty="0" err="1"/>
              <a:t>SuperAdmin</a:t>
            </a:r>
            <a:r>
              <a:rPr dirty="0"/>
              <a:t>, Admin, Sub-Admin, and Student.</a:t>
            </a:r>
          </a:p>
          <a:p>
            <a:pPr marL="0" indent="0">
              <a:buNone/>
              <a:defRPr sz="2400">
                <a:solidFill>
                  <a:srgbClr val="DCDCDC"/>
                </a:solidFill>
              </a:defRPr>
            </a:pPr>
            <a:r>
              <a:rPr dirty="0"/>
              <a:t>• QR Check-in System: Built-in scanner to validate student tickets on the spot.</a:t>
            </a:r>
          </a:p>
          <a:p>
            <a:pPr marL="0" indent="0">
              <a:buNone/>
              <a:defRPr sz="2400">
                <a:solidFill>
                  <a:srgbClr val="DCDCDC"/>
                </a:solidFill>
              </a:defRPr>
            </a:pPr>
            <a:r>
              <a:rPr dirty="0"/>
              <a:t>• Certificate Studio: Drag-and-drop interface to map dynamic fields onto certificates.</a:t>
            </a:r>
          </a:p>
          <a:p>
            <a:pPr marL="0" indent="0">
              <a:buNone/>
              <a:defRPr sz="2400">
                <a:solidFill>
                  <a:srgbClr val="DCDCDC"/>
                </a:solidFill>
              </a:defRPr>
            </a:pPr>
            <a:r>
              <a:rPr dirty="0"/>
              <a:t>• Real-time Chat: Instant communication module using </a:t>
            </a:r>
            <a:r>
              <a:rPr dirty="0" err="1"/>
              <a:t>WebSockets</a:t>
            </a:r>
            <a:r>
              <a:rPr dirty="0"/>
              <a:t>.</a:t>
            </a:r>
          </a:p>
          <a:p>
            <a:pPr marL="0" indent="0">
              <a:buNone/>
              <a:defRPr sz="2400">
                <a:solidFill>
                  <a:srgbClr val="DCDCDC"/>
                </a:solidFill>
              </a:defRPr>
            </a:pPr>
            <a:r>
              <a:rPr dirty="0"/>
              <a:t>• Social Feed: Instagram-like stories for campus announcements.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FFFF"/>
                </a:solidFill>
              </a:defRPr>
            </a:pPr>
            <a:r>
              <a:t>Results &amp; Output</a:t>
            </a:r>
          </a:p>
        </p:txBody>
      </p:sp>
      <p:sp>
        <p:nvSpPr>
          <p:cNvPr id="3" name="Content Placeholder 2"/>
          <p:cNvSpPr>
            <a:spLocks noGrp="1"/>
          </p:cNvSpPr>
          <p:nvPr>
            <p:ph idx="1"/>
          </p:nvPr>
        </p:nvSpPr>
        <p:spPr/>
        <p:txBody>
          <a:bodyPr/>
          <a:lstStyle/>
          <a:p>
            <a:endParaRPr dirty="0"/>
          </a:p>
          <a:p>
            <a:pPr marL="0" indent="0">
              <a:buNone/>
              <a:defRPr sz="2400">
                <a:solidFill>
                  <a:srgbClr val="DCDCDC"/>
                </a:solidFill>
              </a:defRPr>
            </a:pPr>
            <a:r>
              <a:rPr dirty="0"/>
              <a:t>• Achieved an intuitive, responsive UI across all devices.</a:t>
            </a:r>
          </a:p>
          <a:p>
            <a:pPr marL="0" indent="0">
              <a:buNone/>
              <a:defRPr sz="2400">
                <a:solidFill>
                  <a:srgbClr val="DCDCDC"/>
                </a:solidFill>
              </a:defRPr>
            </a:pPr>
            <a:r>
              <a:rPr dirty="0"/>
              <a:t>• Check-in time reduced from minutes to seconds per student.</a:t>
            </a:r>
          </a:p>
          <a:p>
            <a:pPr marL="0" indent="0">
              <a:buNone/>
              <a:defRPr sz="2400">
                <a:solidFill>
                  <a:srgbClr val="DCDCDC"/>
                </a:solidFill>
              </a:defRPr>
            </a:pPr>
            <a:r>
              <a:rPr dirty="0"/>
              <a:t>• Certificate generation completely automated, saving hours of manual work.</a:t>
            </a:r>
          </a:p>
          <a:p>
            <a:pPr marL="0" indent="0">
              <a:buNone/>
              <a:defRPr sz="2400">
                <a:solidFill>
                  <a:srgbClr val="DCDCDC"/>
                </a:solidFill>
              </a:defRPr>
            </a:pPr>
            <a:r>
              <a:rPr dirty="0"/>
              <a:t>• Secure, scalable backend ready to handle thousands of concurrent registrations.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FFFF"/>
                </a:solidFill>
              </a:defRPr>
            </a:pPr>
            <a:r>
              <a:t>Conclusion &amp; Future Scope</a:t>
            </a:r>
          </a:p>
        </p:txBody>
      </p:sp>
      <p:sp>
        <p:nvSpPr>
          <p:cNvPr id="3" name="Content Placeholder 2"/>
          <p:cNvSpPr>
            <a:spLocks noGrp="1"/>
          </p:cNvSpPr>
          <p:nvPr>
            <p:ph idx="1"/>
          </p:nvPr>
        </p:nvSpPr>
        <p:spPr>
          <a:xfrm>
            <a:off x="521208" y="2194560"/>
            <a:ext cx="8229600" cy="4525963"/>
          </a:xfrm>
        </p:spPr>
        <p:txBody>
          <a:bodyPr/>
          <a:lstStyle/>
          <a:p>
            <a:endParaRPr dirty="0"/>
          </a:p>
          <a:p>
            <a:pPr marL="0" indent="0">
              <a:buNone/>
              <a:defRPr sz="2400">
                <a:solidFill>
                  <a:srgbClr val="DCDCDC"/>
                </a:solidFill>
              </a:defRPr>
            </a:pPr>
            <a:r>
              <a:rPr dirty="0"/>
              <a:t>• Conclusion: Event Hub successfully centralizes and automates campus events, providing a premium experience for both organizers and attendees.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FFFF"/>
                </a:solidFill>
              </a:defRPr>
            </a:pPr>
            <a:r>
              <a:t>Thank You!</a:t>
            </a:r>
          </a:p>
        </p:txBody>
      </p:sp>
      <p:sp>
        <p:nvSpPr>
          <p:cNvPr id="3" name="TextBox 2"/>
          <p:cNvSpPr txBox="1"/>
          <p:nvPr/>
        </p:nvSpPr>
        <p:spPr>
          <a:xfrm>
            <a:off x="914400" y="2743200"/>
            <a:ext cx="7315200" cy="1828800"/>
          </a:xfrm>
          <a:prstGeom prst="rect">
            <a:avLst/>
          </a:prstGeom>
          <a:noFill/>
        </p:spPr>
        <p:txBody>
          <a:bodyPr wrap="none">
            <a:spAutoFit/>
          </a:bodyPr>
          <a:lstStyle/>
          <a:p>
            <a:pPr algn="ctr">
              <a:defRPr sz="3600">
                <a:solidFill>
                  <a:srgbClr val="DCDCDC"/>
                </a:solidFill>
              </a:defRPr>
            </a:pPr>
            <a:r>
              <a:t>Any Questions?</a:t>
            </a:r>
          </a:p>
          <a:p>
            <a:endParaRPr/>
          </a:p>
          <a:p>
            <a:r>
              <a:t>Code available on GitHub.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986</Words>
  <Application>Microsoft Office PowerPoint</Application>
  <PresentationFormat>On-screen Show (4:3)</PresentationFormat>
  <Paragraphs>75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Event Hub</vt:lpstr>
      <vt:lpstr>The Problem</vt:lpstr>
      <vt:lpstr>Objectives</vt:lpstr>
      <vt:lpstr>Existing System vs Proposed System</vt:lpstr>
      <vt:lpstr>Tech Stack</vt:lpstr>
      <vt:lpstr>System Architecture / Workflow</vt:lpstr>
      <vt:lpstr>Implementation &amp; Key Modules</vt:lpstr>
      <vt:lpstr>Results &amp; Output</vt:lpstr>
      <vt:lpstr>Conclusion &amp; Future Scope</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VIMAL KUMAR G</cp:lastModifiedBy>
  <cp:revision>2</cp:revision>
  <dcterms:created xsi:type="dcterms:W3CDTF">2013-01-27T09:14:16Z</dcterms:created>
  <dcterms:modified xsi:type="dcterms:W3CDTF">2026-10-01T05:37:12Z</dcterms:modified>
  <cp:category/>
</cp:coreProperties>
</file>